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53a956b68e45b9" /><Relationship Type="http://schemas.openxmlformats.org/officeDocument/2006/relationships/extended-properties" Target="/docProps/app.xml" Id="Rf20667ff223a48b9" /><Relationship Type="http://schemas.openxmlformats.org/officeDocument/2006/relationships/officeDocument" Target="/ppt/presentation.xml" Id="R1d439ea3e02b45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f3486f16eb4ea8"/>
  </p:sldMasterIdLst>
  <p:notesMasterIdLst>
    <p:notesMasterId xmlns:r="http://schemas.openxmlformats.org/officeDocument/2006/relationships" r:id="Re765625e02744f5a"/>
  </p:notesMasterIdLst>
  <p:sldIdLst>
    <p:sldId xmlns:r="http://schemas.openxmlformats.org/officeDocument/2006/relationships" id="256" r:id="R585009c621f94f10"/>
    <p:sldId xmlns:r="http://schemas.openxmlformats.org/officeDocument/2006/relationships" id="257" r:id="Rc1f596cb95784564"/>
    <p:sldId xmlns:r="http://schemas.openxmlformats.org/officeDocument/2006/relationships" id="258" r:id="R3daa380986c44bd5"/>
    <p:sldId xmlns:r="http://schemas.openxmlformats.org/officeDocument/2006/relationships" id="259" r:id="R705acc6b83c34493"/>
    <p:sldId xmlns:r="http://schemas.openxmlformats.org/officeDocument/2006/relationships" id="260" r:id="R0f84c663692f4698"/>
    <p:sldId xmlns:r="http://schemas.openxmlformats.org/officeDocument/2006/relationships" id="261" r:id="R51fb70ae72cb49a4"/>
    <p:sldId xmlns:r="http://schemas.openxmlformats.org/officeDocument/2006/relationships" id="262" r:id="Rda77c58f9b674293"/>
    <p:sldId xmlns:r="http://schemas.openxmlformats.org/officeDocument/2006/relationships" id="263" r:id="R94af029d9fb84cb9"/>
    <p:sldId xmlns:r="http://schemas.openxmlformats.org/officeDocument/2006/relationships" id="264" r:id="Rbcb8ba9d875849d3"/>
    <p:sldId xmlns:r="http://schemas.openxmlformats.org/officeDocument/2006/relationships" id="265" r:id="R2a3f3c540a114b25"/>
    <p:sldId xmlns:r="http://schemas.openxmlformats.org/officeDocument/2006/relationships" id="266" r:id="R752bb38c1cb54a39"/>
    <p:sldId xmlns:r="http://schemas.openxmlformats.org/officeDocument/2006/relationships" id="267" r:id="R987be83a002047e9"/>
    <p:sldId xmlns:r="http://schemas.openxmlformats.org/officeDocument/2006/relationships" id="268" r:id="R5803b78021904f92"/>
    <p:sldId xmlns:r="http://schemas.openxmlformats.org/officeDocument/2006/relationships" id="269" r:id="R919c8f37c30b41e1"/>
    <p:sldId xmlns:r="http://schemas.openxmlformats.org/officeDocument/2006/relationships" id="270" r:id="Rd2ad5710e7694e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3486f16eb4ea8" /><Relationship Type="http://schemas.openxmlformats.org/officeDocument/2006/relationships/theme" Target="/ppt/theme/theme1.xml" Id="R57dc80b00fb048a6" /><Relationship Type="http://schemas.openxmlformats.org/officeDocument/2006/relationships/notesMaster" Target="/ppt/notesMasters/notesMaster1.xml" Id="Re765625e02744f5a" /><Relationship Type="http://schemas.openxmlformats.org/officeDocument/2006/relationships/presProps" Target="/ppt/presProps.xml" Id="Rfaa407fcb32f4d63" /><Relationship Type="http://schemas.openxmlformats.org/officeDocument/2006/relationships/viewProps" Target="/ppt/viewProps.xml" Id="R0c479e0a8bad4016" /><Relationship Type="http://schemas.openxmlformats.org/officeDocument/2006/relationships/tableStyles" Target="/ppt/tableStyles.xml" Id="R14ed29279ad74eca" /><Relationship Type="http://schemas.openxmlformats.org/officeDocument/2006/relationships/slide" Target="/ppt/slides/slide1.xml" Id="R585009c621f94f10" /><Relationship Type="http://schemas.openxmlformats.org/officeDocument/2006/relationships/slide" Target="/ppt/slides/slide2.xml" Id="Rc1f596cb95784564" /><Relationship Type="http://schemas.openxmlformats.org/officeDocument/2006/relationships/slide" Target="/ppt/slides/slide3.xml" Id="R3daa380986c44bd5" /><Relationship Type="http://schemas.openxmlformats.org/officeDocument/2006/relationships/slide" Target="/ppt/slides/slide4.xml" Id="R705acc6b83c34493" /><Relationship Type="http://schemas.openxmlformats.org/officeDocument/2006/relationships/slide" Target="/ppt/slides/slide5.xml" Id="R0f84c663692f4698" /><Relationship Type="http://schemas.openxmlformats.org/officeDocument/2006/relationships/slide" Target="/ppt/slides/slide6.xml" Id="R51fb70ae72cb49a4" /><Relationship Type="http://schemas.openxmlformats.org/officeDocument/2006/relationships/slide" Target="/ppt/slides/slide7.xml" Id="Rda77c58f9b674293" /><Relationship Type="http://schemas.openxmlformats.org/officeDocument/2006/relationships/slide" Target="/ppt/slides/slide8.xml" Id="R94af029d9fb84cb9" /><Relationship Type="http://schemas.openxmlformats.org/officeDocument/2006/relationships/slide" Target="/ppt/slides/slide9.xml" Id="Rbcb8ba9d875849d3" /><Relationship Type="http://schemas.openxmlformats.org/officeDocument/2006/relationships/slide" Target="/ppt/slides/slide10.xml" Id="R2a3f3c540a114b25" /><Relationship Type="http://schemas.openxmlformats.org/officeDocument/2006/relationships/slide" Target="/ppt/slides/slide11.xml" Id="R752bb38c1cb54a39" /><Relationship Type="http://schemas.openxmlformats.org/officeDocument/2006/relationships/slide" Target="/ppt/slides/slide12.xml" Id="R987be83a002047e9" /><Relationship Type="http://schemas.openxmlformats.org/officeDocument/2006/relationships/slide" Target="/ppt/slides/slide13.xml" Id="R5803b78021904f92" /><Relationship Type="http://schemas.openxmlformats.org/officeDocument/2006/relationships/slide" Target="/ppt/slides/slide14.xml" Id="R919c8f37c30b41e1" /><Relationship Type="http://schemas.openxmlformats.org/officeDocument/2006/relationships/slide" Target="/ppt/slides/slide15.xml" Id="Rd2ad5710e769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dbd3b3230684c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6b6f8188e4c46" /><Relationship Type="http://schemas.openxmlformats.org/officeDocument/2006/relationships/notesMaster" Target="/ppt/notesMasters/notesMaster1.xml" Id="Rcf0b9e79b11245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ce6b590b574bb2" /><Relationship Type="http://schemas.openxmlformats.org/officeDocument/2006/relationships/notesMaster" Target="/ppt/notesMasters/notesMaster1.xml" Id="R2e4c4f2eff764f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ec532969f4d3c" /><Relationship Type="http://schemas.openxmlformats.org/officeDocument/2006/relationships/notesMaster" Target="/ppt/notesMasters/notesMaster1.xml" Id="Rca83f39f27f247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5cb67b440943c2" /><Relationship Type="http://schemas.openxmlformats.org/officeDocument/2006/relationships/notesMaster" Target="/ppt/notesMasters/notesMaster1.xml" Id="R774cd88d56e94e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3bf6eca8ae46cf" /><Relationship Type="http://schemas.openxmlformats.org/officeDocument/2006/relationships/notesMaster" Target="/ppt/notesMasters/notesMaster1.xml" Id="Rbe467e35bf2547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2a8e8ea6e14ce5" /><Relationship Type="http://schemas.openxmlformats.org/officeDocument/2006/relationships/notesMaster" Target="/ppt/notesMasters/notesMaster1.xml" Id="Rab897c3f73324a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35d694bbbb4912" /><Relationship Type="http://schemas.openxmlformats.org/officeDocument/2006/relationships/notesMaster" Target="/ppt/notesMasters/notesMaster1.xml" Id="Reba165f1af0141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7ee630c26d4686" /><Relationship Type="http://schemas.openxmlformats.org/officeDocument/2006/relationships/notesMaster" Target="/ppt/notesMasters/notesMaster1.xml" Id="R11033d2cdd2c40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c46a3d97094910" /><Relationship Type="http://schemas.openxmlformats.org/officeDocument/2006/relationships/notesMaster" Target="/ppt/notesMasters/notesMaster1.xml" Id="Rce9ded7d27c148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7bbb4c73de4f59" /><Relationship Type="http://schemas.openxmlformats.org/officeDocument/2006/relationships/notesMaster" Target="/ppt/notesMasters/notesMaster1.xml" Id="R612cfe6ea5cc48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d18172fa404219" /><Relationship Type="http://schemas.openxmlformats.org/officeDocument/2006/relationships/notesMaster" Target="/ppt/notesMasters/notesMaster1.xml" Id="R84acb3fc30354c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ec24ae1a2d46ae" /><Relationship Type="http://schemas.openxmlformats.org/officeDocument/2006/relationships/notesMaster" Target="/ppt/notesMasters/notesMaster1.xml" Id="R8db03707dd3a49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dd96d7994a4f40" /><Relationship Type="http://schemas.openxmlformats.org/officeDocument/2006/relationships/notesMaster" Target="/ppt/notesMasters/notesMaster1.xml" Id="Rfdd29f42028140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e2c7ecdc15479f" /><Relationship Type="http://schemas.openxmlformats.org/officeDocument/2006/relationships/notesMaster" Target="/ppt/notesMasters/notesMaster1.xml" Id="R371d01c48f974b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be7abf564c484a" /><Relationship Type="http://schemas.openxmlformats.org/officeDocument/2006/relationships/notesMaster" Target="/ppt/notesMasters/notesMaster1.xml" Id="R235d2e76642d44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6d383226f4ca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b3247f4ab64a34" /><Relationship Type="http://schemas.openxmlformats.org/officeDocument/2006/relationships/slideLayout" Target="/ppt/slideLayouts/slideLayout2.xml" Id="R22f92d833c7e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92d833c7e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8aa36efb734287" /><Relationship Type="http://schemas.openxmlformats.org/officeDocument/2006/relationships/image" Target="/ppt/media/image.png" Id="R213e7850ae294f54" /><Relationship Type="http://schemas.openxmlformats.org/officeDocument/2006/relationships/notesSlide" Target="/ppt/notesSlides/notesSlide1.xml" Id="R41e42f52450647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add20b2a54d59" /><Relationship Type="http://schemas.openxmlformats.org/officeDocument/2006/relationships/notesSlide" Target="/ppt/notesSlides/notesSlide2.xml" Id="R5889a1785d4044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3e5076b1f4dbc" /><Relationship Type="http://schemas.openxmlformats.org/officeDocument/2006/relationships/notesSlide" Target="/ppt/notesSlides/notesSlide3.xml" Id="Rd5945c04783441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1e69c78db047a0" /><Relationship Type="http://schemas.openxmlformats.org/officeDocument/2006/relationships/notesSlide" Target="/ppt/notesSlides/notesSlide4.xml" Id="R6ebef3995d6245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cc95c28bb3409f" /><Relationship Type="http://schemas.openxmlformats.org/officeDocument/2006/relationships/notesSlide" Target="/ppt/notesSlides/notesSlide5.xml" Id="R686a279bee7d49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1ff5cf44a64289" /><Relationship Type="http://schemas.openxmlformats.org/officeDocument/2006/relationships/image" Target="/ppt/media/image2.png" Id="Rd85b991bb8034894" /><Relationship Type="http://schemas.openxmlformats.org/officeDocument/2006/relationships/notesSlide" Target="/ppt/notesSlides/notesSlide6.xml" Id="Rcf735027366b42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873d2f3b3b42e1" /><Relationship Type="http://schemas.openxmlformats.org/officeDocument/2006/relationships/notesSlide" Target="/ppt/notesSlides/notesSlide7.xml" Id="Rcc9bbcffdd4f42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0bc1cb57d248b1" /><Relationship Type="http://schemas.openxmlformats.org/officeDocument/2006/relationships/notesSlide" Target="/ppt/notesSlides/notesSlide8.xml" Id="R1a0108bd3b72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03f33c9b04614" /><Relationship Type="http://schemas.openxmlformats.org/officeDocument/2006/relationships/notesSlide" Target="/ppt/notesSlides/notesSlide9.xml" Id="R949d07ba27354b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c1c9269e0b4970" /><Relationship Type="http://schemas.openxmlformats.org/officeDocument/2006/relationships/image" Target="/ppt/media/image3.png" Id="Rcb1d1c0ae44a4a9a" /><Relationship Type="http://schemas.openxmlformats.org/officeDocument/2006/relationships/notesSlide" Target="/ppt/notesSlides/notesSlide10.xml" Id="Rd88b4d71b16f49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8c89e84aa14992" /><Relationship Type="http://schemas.openxmlformats.org/officeDocument/2006/relationships/image" Target="/ppt/media/image4.png" Id="R526c41f96fbf421f" /><Relationship Type="http://schemas.openxmlformats.org/officeDocument/2006/relationships/notesSlide" Target="/ppt/notesSlides/notesSlide11.xml" Id="R90970f47416b49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82b752348e4d69" /><Relationship Type="http://schemas.openxmlformats.org/officeDocument/2006/relationships/image" Target="/ppt/media/image5.png" Id="Ra5d5b164b521403c" /><Relationship Type="http://schemas.openxmlformats.org/officeDocument/2006/relationships/notesSlide" Target="/ppt/notesSlides/notesSlide12.xml" Id="R82af0b27905440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c2e2593ee4ce9" /><Relationship Type="http://schemas.openxmlformats.org/officeDocument/2006/relationships/image" Target="/ppt/media/image6.png" Id="R428b9713d6a04c55" /><Relationship Type="http://schemas.openxmlformats.org/officeDocument/2006/relationships/notesSlide" Target="/ppt/notesSlides/notesSlide13.xml" Id="R2400fb36dc0c45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3f2d1fc6f94094" /><Relationship Type="http://schemas.openxmlformats.org/officeDocument/2006/relationships/image" Target="/ppt/media/image7.png" Id="Ra8c58d26a55a4f19" /><Relationship Type="http://schemas.openxmlformats.org/officeDocument/2006/relationships/notesSlide" Target="/ppt/notesSlides/notesSlide14.xml" Id="R13f9d8d0830645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06ac954844d98" /><Relationship Type="http://schemas.openxmlformats.org/officeDocument/2006/relationships/notesSlide" Target="/ppt/notesSlides/notesSlide15.xml" Id="Rb3ebd0a238b747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F933F-7CDE-4201-87DA-138BDC34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87D14-0B1E-4379-AF2C-00F6EAF6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e7850ae294f54"/>
          <a:stretch xmlns:a="http://schemas.openxmlformats.org/drawingml/2006/main"/>
        </p:blipFill>
        <p:spPr>
          <a:xfrm xmlns:a="http://schemas.openxmlformats.org/drawingml/2006/main">
            <a:off x="636292" y="457200"/>
            <a:ext cx="651466" cy="819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C7278-E891-4300-88B7-88A34481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TIỂU LUẬN MẠNG CẢM BIẾN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069ED-90F6-4B8D-99D3-26021D9E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6324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Phát hiện chai nhựa tái chế theo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78448-B037-449F-AAA0-8CC275C3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Nhãn dán: 500ml, 1L, 1.5L | FOMO object detection trên Edge Impulse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489F3-920D-4FC3-98E0-DF4E9835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B7644-3A15-4D31-890F-001B66D6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Phạm Ngọc Quang Huy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MSSV: N23DCCI034 | Lớp: D23CQCI01-N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GVHD: Hồ Nhựt Minh | TP.HCM, 06/2026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8B443-3287-4890-8A3C-97FE63DA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14400"/>
            <a:ext cx="4381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4F596-3014-4991-82E4-55B775E9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573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 nhãn mục tiêu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5CFB8-EF22-4AE7-8E66-52A59E26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419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0000"/>
            </a:srgbClr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B9A96-AD18-40F7-A2BA-1365B79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0000"/>
            </a:srgbClr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6C413-BB1E-4305-94A8-A4A7EBA2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386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C6343-1650-400D-BC13-42F2CAA6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957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500ml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E6842-4C31-4F4A-B2FB-A0A5070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196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chai nhỏ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8E801-A998-4430-972A-29D25996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419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80000"/>
            </a:srgbClr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E17C8-ABF7-4628-8609-C764A81B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80000"/>
            </a:srgbClr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A0C75-300D-4D4D-86B2-0684775C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386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D3AAF-2E31-4132-8000-0F2BB827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957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146B8-ACA9-4E9F-883D-59CE515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trung bình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11E13-4F84-4B4C-BABD-A9794A8E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14550"/>
            <a:ext cx="419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>
              <a:alpha val="80000"/>
            </a:srgbClr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815BA-289F-41E1-BD31-5B9DE259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240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>
              <a:alpha val="80000"/>
            </a:srgbClr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3E8F1-FA7F-42BF-9CDD-97F8B54A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386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4C41BB-C28F-4BCE-ACAA-466DCE80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1.5L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ED9C6-92FC-42BB-86DF-97A4B588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196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chai lớn</a:t>
            </a:r>
          </a:p>
        </p:txBody>
      </p:sp>
    </p:spTree>
    <p:extLst>
      <p:ext uri="{BB962C8B-B14F-4D97-AF65-F5344CB8AC3E}">
        <p14:creationId xmlns:p14="http://schemas.microsoft.com/office/powerpoint/2010/main" val="14584036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C230AE-0F54-492E-B971-16E44E4C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F9C99-ACC6-4EF9-9F9F-D793A09C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5B8F457-26BD-4419-9FB5-8C39C88F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EECFF81-CFEB-4C7A-932A-B635886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BỐI CẢNH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424E7-819B-4D65-9A71-57F78429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Phân loại chai thủ công khó tạo dữ liệu nhanh và ổn định.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03401-08AC-42DF-89B0-F029A6AF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EC2D9-3CB0-407F-8718-F05F1A9A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BB76E-30F5-474F-9AA7-477A02A8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260DD-CE3F-41D6-9CC3-84A4ED73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953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Chai nhựa xuất hiện nhiều tại quán nước, lớp học, điểm thu gom và thùng rác công cộng.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06EE7-50E5-4527-BCC3-CE1AE9D8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02618-8C7F-4904-89F7-DC58CCF0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953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Phân loại thủ công phụ thuộc người vận hành, dễ sai khi chai bị móp, thiếu nhãn hoặc đặt xa camera.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B9BD8-4D32-464D-9127-41AC5506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BBE8A-1DBC-42DC-9E09-C73D9F6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953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Một node cảm biến có camera có thể nhận diện tại biên, chỉ gửi nhãn, vị trí và score thay vì gửi toàn bộ ảnh.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EE3BC-9D09-44AD-9B05-8D2F1D4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25073-882E-4F0A-89BE-961A0820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71650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86679-E64F-44A4-9A01-DD4404E5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Nhãn cần nhận diện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74B73-B39C-4835-9AD6-87A0AC05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500ml, 1L, 1.5L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45EBA-9CA8-4D09-8C82-0A9B5505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67FAE-1795-4005-8A58-8003F6F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BF145-8C7B-4320-BD05-9F7A0F2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Dữ liệu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246AD-68EF-4F91-AC0D-74E77098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mẫu có bbox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44AF1-1EC0-4EF6-ABEB-D545A87C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19250"/>
            <a:ext cx="1485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2903-89F8-44AF-BDAD-A1F7A37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71650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FB67E-46EC-49D2-96C3-A28D9400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145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Demo realtime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91523-472F-4687-954F-055F3AC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2410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score 500ml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687B3-4210-4D30-B7C5-10558512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1574F-0924-4BCA-BB3B-CEA78C6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F1D1D"/>
                </a:solidFill>
                <a:latin typeface="Aptos"/>
                <a:ea typeface="Aptos"/>
                <a:cs typeface="Aptos"/>
              </a:rPr>
              <a:t>Ý tưởng chính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97DE5-09DD-4C35-8FC5-E83AB51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3810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Đưa FOMO vào quy trình mạng cảm biến để phát hiện chai theo dung tích, đủ nhẹ cho edge node và đủ trực quan để kiểm chứng trên trình duyệt.</a:t>
            </a:r>
          </a:p>
        </p:txBody>
      </p:sp>
    </p:spTree>
    <p:extLst>
      <p:ext uri="{BB962C8B-B14F-4D97-AF65-F5344CB8AC3E}">
        <p14:creationId xmlns:p14="http://schemas.microsoft.com/office/powerpoint/2010/main" val="452438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58752F-C9AE-4F8A-B059-F177407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72F26-43BD-4944-8D89-279C3153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6CD4C4A-E406-4FF7-8107-6E1BAAB1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3B4EEB-B885-41A4-80CD-394EA650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MỤC TIÊU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389FC-DB5B-4709-B23C-3E3F918E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Bài toán được đóng khung thành phát hiện 3 class chai nhựa.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67032-00F9-4A32-8E2D-4B7D4380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5DB71-C13A-4A50-A811-E6237D74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87BC2-0241-4427-A491-F10DC68E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49530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FF650-8BDE-451A-86B0-E659EFCD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Mục tiêu triển khai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13BBD-93DB-4DDD-8664-15C45013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507D8-7682-4D3C-A7AE-E0CD047A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4000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Thiết kế dataset object detection có bounding box nhất quán.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42B42-72B1-4EB7-B127-B781B09D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64799-BEB6-4C29-A787-339B2BE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4000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Huấn luyện FOMO MobileNetV2 trên Edge Impulse.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5AA70-8CBE-4BF3-933E-EB26A7DE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224D7-9760-4359-B950-BBB8A7C2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000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Đánh giá bằng validation F1, model testing và confusion matrix.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D9844-87A1-4CCF-BFCE-D61854D2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CEA51-B980-4798-82EF-848EDB65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4000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deployment và kiểm thử browser realtime bằng webcam.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F22CC-AFF0-4A28-B435-DF0637D6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49530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CEFDF-FCAE-40EF-BC0D-11E8AEE3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Phạm vi nhãn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4CAD9-F15C-42C3-95E5-A7ECAA5A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419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0000"/>
            </a:srgbClr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CFF4D-580D-4499-8067-1DD68555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52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0000"/>
            </a:srgbClr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0F302-7406-4163-95A0-0CCB6DDE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10BA3-61C1-47A7-B5AF-EA18A12E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053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500ml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EEFC1-8E70-46F0-B4F0-D58EE70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291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chai nhỏ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406C9-AF9B-4F63-A2FD-412973C0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419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80000"/>
            </a:srgbClr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C18F28-2DE5-4156-B13C-71F28F16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80000"/>
            </a:srgbClr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E981CC-B1A2-421D-8470-1781DB2A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EBBF6-5792-46B8-816A-3294AE40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F016C1-6315-44E1-A07F-0668995B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trung bình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00F77-972F-40A9-8D9F-9F87CE4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419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>
              <a:alpha val="80000"/>
            </a:srgbClr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16763D-DAA0-4D2F-AC04-EA8A4B7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>
              <a:alpha val="80000"/>
            </a:srgbClr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799B9E-5ED4-4EFD-A5A2-536A6955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21A4FA-CC31-4A9A-9787-9E751E78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053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1.5L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FF9B5D-8D60-4F4F-9A2E-98C14848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chai lớn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D0986C-5B49-4F53-86BE-E980CEC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990161-A25E-4D04-BF89-4DE77AA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Không nhận dạng thương hiệu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AE7DE9-AA4F-4350-B07B-AD9573B0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F8723C-923E-4186-AD2D-B795F876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Không đo bbox ở runtime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852B43-BA79-4D04-A392-48356181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A79BA6-AB3E-4008-9E1F-20F3E2D7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911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Tập trung class + centroid</a:t>
            </a:r>
          </a:p>
        </p:txBody>
      </p:sp>
    </p:spTree>
    <p:extLst>
      <p:ext uri="{BB962C8B-B14F-4D97-AF65-F5344CB8AC3E}">
        <p14:creationId xmlns:p14="http://schemas.microsoft.com/office/powerpoint/2010/main" val="20829548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8E36F-3442-436A-8117-45E2A8C8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8580-209A-4831-BC61-06AD25C7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1066E1E-7C6A-42A1-AFEE-037F203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5B96A45-12BE-4BF2-989B-C8BAA25A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HỆ THỐNG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819B5-FCC4-4908-8993-DF5E8077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Node camera xử lý tại biên rồi gửi kết quả nhỏ gọn về hệ thống.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5D1F-0F46-4534-ACEE-867D3777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7B478-64C8-4F9F-B872-4F3F9211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E4FF4-3796-4D75-9A2D-E3DAB1AC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9E692-1260-4D90-9238-93806B0B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9DE12-266E-412A-9B97-A9E85DD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Lấy frame tại thùng rác hoặc băng chuyền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86C92-1A83-4FB5-9464-7FD9F447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2A026-4DAD-40F1-B0A7-AFB3951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41234-C6E3-4E7D-8D46-8A9AA65F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Edge 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A0226-2D74-4DCD-8822-07A49F16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Resize, chuẩn hóa ảnh, chạy inference cục bộ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C38F9-C594-4252-AC68-6E6326AB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4790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4F859-171A-4A7B-B5AA-FC912879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8AE50-B68B-4015-9670-21490E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240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DFAB4-FC49-4FDE-B959-E3A0FB76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Trả label, centroid và score cho từng chai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31159-56D5-4AB6-BEC6-F3B13640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74597-8049-4538-A392-2C52FF25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7BC0C-751B-49BC-8CD4-8DC2532B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240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7F649-A5DE-4354-B750-7AC2A53E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Ghi log, thống kê, cảnh báo hoặc điều khiển phân loại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344AA-8907-411F-A359-F094C86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971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A324A-9D48-42A5-955D-373144BD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38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Gói dữ liệu tối thiểu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8CE80-8091-40B8-A37F-068608F5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91C1C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B91C1C"/>
                </a:solidFill>
                <a:latin typeface="Aptos Mono"/>
                <a:ea typeface="Aptos Mono"/>
                <a:cs typeface="Aptos Mono"/>
              </a:rPr>
              <a:t>{ timestamp, device_id, label, x, y, score 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37D76-B8C8-48D7-B3FA-9003AB5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Tinh thần mạng cảm biến: xử lý gần nguồn dữ liệu, giảm băng thông, vẫn đủ thông tin để thống kê/phân luồng tái chế.</a:t>
            </a:r>
          </a:p>
        </p:txBody>
      </p:sp>
    </p:spTree>
    <p:extLst>
      <p:ext uri="{BB962C8B-B14F-4D97-AF65-F5344CB8AC3E}">
        <p14:creationId xmlns:p14="http://schemas.microsoft.com/office/powerpoint/2010/main" val="19945144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35A008-6143-4C34-8F1F-C55DEEB7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5ACA5-311C-4D3D-8428-E2D3D102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E26B23-5174-4799-8231-D184DCB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4082BB-EC5F-4828-A34F-969A217B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LUỒNG XỬ LÝ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759D5-AC1E-4F03-A485-F9657747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FOMO ưu tiên nhãn và centroid thay vì bbox đầy đủ ở runtime.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C425B-3D7B-4091-89F4-2921E8A1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8FD23-E6C8-482F-84C7-AD84CF51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7F39F-4D07-4765-BC71-8A0E0DA2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EF642-ACAE-46BA-BC5C-C0CBB2E8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Frame RGB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732F4-BE89-40C3-9200-635D33D2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Ảnh camera đầu vào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B9F6B-E7B9-49FF-984D-60B35D72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90725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EBDC7-ABB4-4592-9C01-E4504EE3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002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6282C-89A0-4F4E-B291-C9B64EEB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335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 block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CFC60-A68B-48B5-8FD9-1BAC7C21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193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Resize, crop, normalize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7DBD8-4572-4C3E-A522-7DF4089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90725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8288C-A3EB-48DE-80BA-B8036FA4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002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30674-62FD-4D89-BC7C-5A682CE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335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Feature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3AC20-B8DC-4299-A6EA-B39F318B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MobileNetV2 backbone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4E3D7-418B-4F94-8EDF-F963F9B6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46E17-3381-40A7-AA0E-800EC688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C5AF3-490B-45CA-9230-A712F576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35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Heatmap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626FFB-5455-408A-A924-284C26AA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193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Ô grid có activation theo class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5B16F-1080-4CD4-9484-2DCAE4C4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90725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AF751-C027-4B81-B455-EE1827D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002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98597-4D30-4B9C-BCB6-18BF34FB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Centroid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B3194-5807-4DB9-A7BA-B131CF5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193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Label + x/y +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6962EE-14B6-4233-B438-5F3F94C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629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84814-A8B7-41F0-86EC-59946718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Điểm cần nói rõ khi vấn đáp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E8366C-A882-4941-8B74-C03B5B53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Bounding box dùng ở bước gán nhãn/training để xác định tâm đối tượng. Khi inference, FOMO chủ yếu xuất centroid nên không xem bbox_area_ratio là kích thước runtime.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B4351-9649-4E7F-AC5C-0F171FB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171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43ABC-CAE7-4B40-84C8-E798C940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1D1D"/>
                </a:solidFill>
                <a:latin typeface="Aptos"/>
                <a:ea typeface="Aptos"/>
                <a:cs typeface="Aptos"/>
              </a:rPr>
              <a:t>Đầu ra mong muốn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1B61E-34C0-4C4C-8DB6-38FFFC7A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3276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500ml | 1L | 1.5L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centroid gần tâm chai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 đủ ngưỡng</a:t>
            </a:r>
          </a:p>
        </p:txBody>
      </p:sp>
    </p:spTree>
    <p:extLst>
      <p:ext uri="{BB962C8B-B14F-4D97-AF65-F5344CB8AC3E}">
        <p14:creationId xmlns:p14="http://schemas.microsoft.com/office/powerpoint/2010/main" val="17982844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F3935B-E9D4-4773-87E4-5C51B3CB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CE12C-846B-4ACA-AD08-170D3335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F4862D-6FCE-4077-858D-8D7F2E9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1D70B6A-95D2-4FD3-8448-CBB9EA80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3D871-B847-4D9B-ADC7-68793B64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Project đã có 120 mẫu prototype, chia 90 train và 30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08BE0-19BC-410F-BEA3-7651225D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0A1AB-F70C-40E2-96C0-10E88FD0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642C4-4781-44F4-9191-7450A900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8148E-4F14-4E40-A258-77A15AE2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088F2-ECAF-4FBA-B8E6-D8C50F28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Tổng mẫu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4654A-934D-4511-9A63-8A980F39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có bounding 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2D5D2-6D90-49DB-862E-349C2A0B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AE75F-9439-4550-B2E0-5E601E09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7335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DBE45-3D3F-450F-8D4F-39A84ADA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764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AABCC-D2C2-4A0D-A129-7E72C3CF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860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CC299-DE03-40ED-8D3C-6FDD430B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811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51606-5F26-49BA-B9A2-F2DC39FA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335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31F45-E896-4C98-B5F7-75CED251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764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1BF96-0EC3-4264-B5C5-FEC6BB1E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860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9BD5D-426D-4FCF-BE45-669C0751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142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79840-E01D-40DD-943C-2E5DAB0F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3355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A5DC5-EDEB-490D-A55A-1E90D048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764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31E9E-1651-414F-8EA9-4C581040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60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500ml, 1L, 1.5L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F5E20-CC6F-454E-B4E0-137855F5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62275"/>
            <a:ext cx="10382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b991bb8034894"/>
          <a:stretch xmlns:a="http://schemas.openxmlformats.org/drawingml/2006/main"/>
        </p:blipFill>
        <p:spPr>
          <a:xfrm xmlns:a="http://schemas.openxmlformats.org/drawingml/2006/main">
            <a:off x="3317062" y="3009900"/>
            <a:ext cx="5138777" cy="22669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7D7ABE-5389-493E-8DC2-9583C11C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28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 acquisition: 120 items, train/test split 75%/25%</a:t>
            </a:r>
          </a:p>
        </p:txBody>
      </p:sp>
    </p:spTree>
    <p:extLst>
      <p:ext uri="{BB962C8B-B14F-4D97-AF65-F5344CB8AC3E}">
        <p14:creationId xmlns:p14="http://schemas.microsoft.com/office/powerpoint/2010/main" val="9364442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67D013-BB3C-4AC9-9EB2-FFE0238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AA963-AED9-4B97-8337-5F7902F0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C24B58-A028-4E98-B718-D4636842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8D0CAA-9B1C-4F5B-9BDD-9A0ABFC8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GÁN NHÃN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05D6D-8DC4-41E6-8F38-917A357E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Bounding box phải nhất quán để centroid học đúng vị trí chai.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8F2A9-36E0-43C1-A73E-89A25AA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51ECB-3561-43AC-A0AE-86FE9EDD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3F7CC-43FC-4956-A798-D0E552B7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49149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63BA5-72BE-4FEC-9A14-1B9EA90B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Quy tắc annotation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B8EE0-B217-44BF-8811-60219D55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66DE0-501E-45A6-8551-B11CEC8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3905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BBox bao sát thân chai và nhãn dung tích, hạn chế lấy nền.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83822-887D-42FA-A414-2714088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28402-66E5-4C6E-A7D9-FC90F285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3905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Nếu chai nghiêng, bbox trục ngang/dọc vẫn chứa toàn bộ phần chai nhìn thấy.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CB8E2-B7F5-4C41-9FE7-E79E171E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BE0B8-ADFF-4BB7-9C5E-5174B3FF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Ảnh có nhiều chai: mỗi chai một bbox riêng và đúng class.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D9EFD-317C-47B3-B475-B5D1D6F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D16B2-287E-4569-85B6-C53D9A5A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905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Tên class giữ thống nhất tuyệt đối: 500ml, 1L, 1.5L.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E645E-21E3-4CA6-834B-A4E0D2FD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45720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139DF-FCDE-4F28-9DE2-3314615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3810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B5748-1082-420C-95B9-778B6311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5143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87B64-1813-4301-A995-73A02674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23" y="2667000"/>
            <a:ext cx="15430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82580-E734-493C-B864-E76A7FA9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500ml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C128D-422B-4C3B-BB2F-B883B8A4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5905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F9D23-5763-440B-B873-D90734F3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793" y="2324100"/>
            <a:ext cx="17716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28575">
            <a:solidFill>
              <a:srgbClr val="0596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F02E1-AFBB-4DBD-A150-1685AB13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996735-3FF4-4F11-AA5B-0105BA6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666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28575">
            <a:solidFill>
              <a:srgbClr val="B91C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FCB64-39F2-488D-81AB-F3C2522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2019300"/>
            <a:ext cx="200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28575">
            <a:solidFill>
              <a:srgbClr val="B91C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99D1A-BCF7-476A-9083-A4DC797A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14800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1.5L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0D233-C2D0-406E-AEC0-FE98BE86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CED2F-B4E1-4C52-9E0F-0597F34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9585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1D1D"/>
                </a:solidFill>
                <a:latin typeface="Aptos"/>
                <a:ea typeface="Aptos"/>
                <a:cs typeface="Aptos"/>
              </a:rPr>
              <a:t>bbox → centroid mục tiêu</a:t>
            </a:r>
          </a:p>
        </p:txBody>
      </p:sp>
    </p:spTree>
    <p:extLst>
      <p:ext uri="{BB962C8B-B14F-4D97-AF65-F5344CB8AC3E}">
        <p14:creationId xmlns:p14="http://schemas.microsoft.com/office/powerpoint/2010/main" val="12598574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D85831-EB32-4512-B540-749F452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6DABF-8D55-461C-BDB1-6355AA5D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391DEC-C535-4DA8-8DAD-BB43D255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60066B-8968-487A-A2F7-28372E60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BOUNDING-BOX SIZE 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7419C-0C24-4B8C-8EB7-7C663BA8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bbox_area_ratio dùng để kiểm tra dữ liệu, không phải đầu ra runtime của FOMO.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B627D-6AED-4B23-A6B2-729BC48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35A2D-CC89-4733-9E3F-DB2056E0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7B103-AE7D-46C3-89DC-273C4FA5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648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3731D-60A6-486E-A906-D74BFC10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F1D1D"/>
                </a:solidFill>
                <a:latin typeface="Aptos"/>
                <a:ea typeface="Aptos"/>
                <a:cs typeface="Aptos"/>
              </a:rPr>
              <a:t>bbox_area_ratio = (bbox_width × bbox_height) / (image_width × image_height)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C0160-778E-451B-8D2E-67759693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706D7-2988-4888-928E-1F45115C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305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Nếu setup camera ổn định, class lớn thường có bbox_area_ratio lớn hơn.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865F0-B7A9-46FD-9EA5-87DB1B36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1A126-2282-4D43-A24E-4D9E08E5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305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Metric phát hiện ảnh chụp quá gần/quá xa hoặc bbox vẽ thiếu thân chai.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B0447-2E31-44C6-BB3F-7DB65D71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6BD08-0BE4-43D7-A493-395BC487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305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FOMO runtime vẫn trả centroid, label và score; không đo trực tiếp width/height bbox.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6DF8D-442A-4311-8DB9-0C5BB7D3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4476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1D92E-3767-4A71-8070-622D0FF5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bbox_area_ratio theo class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62747-7055-4E35-B011-A5C0245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67100"/>
            <a:ext cx="628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FEC8B-D802-4353-9611-D9436000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0.06330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2DFA5-948A-42DD-8087-9CB357CC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500ml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FB8CE-655F-42DE-9B15-47DD2700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81325"/>
            <a:ext cx="6286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2D49D-6975-42D5-8F68-4D84C95A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5272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0.09584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CB9E3-4D36-4C73-9E49-8099197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C9395-4E40-4F06-A108-75353FB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628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3FA4E-42C2-493C-9F57-4107A0C8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0.13828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59D20-2F15-4ABA-A6B1-260B78BA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339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1.5L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4CC105-2ED5-4043-A3AD-952FBADB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19157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F858B7-8085-42DB-AE8B-F3511306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ED806-0E91-4281-B8AB-EF5CC3A4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E13693-DDBF-413C-9B89-F5024A67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B71CC3-67B2-48AD-8EE8-624C7A3D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PIPELINE EDGE IMPULSE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8F78C-6D7E-48BB-A8C9-7527AD1A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Impulse nối dữ liệu ảnh, image processing và learning block FOMO.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EC847-5EF1-4B55-B481-367FFE22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492C0-A879-4330-B3D1-9DC9875F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CBF5D-186F-49BF-A2FD-3BBF13D0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733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188FA-5C05-4269-ACEA-9CE089E0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B3F32-9F3C-4D72-8AF5-8C528271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Ảnh + bbox</a:t>
            </a:r>
          </a:p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B01D0-8D25-40B8-A973-6A50D1D3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28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303FF-C025-4EF4-B2F2-5EE711A5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71650"/>
            <a:ext cx="1733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701D2-1434-4D52-87FF-88DE8490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050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CC5CC-075A-4603-8A75-3826F38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90 training</a:t>
            </a:r>
          </a:p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30 testing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0C95D-3BE3-4C64-AC97-7C5C0321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DFD79-8FE9-4761-89AC-7EF27EBF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71650"/>
            <a:ext cx="1733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540D4-DF39-4C9B-A8DC-C0C5E3D7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DE003-049C-400D-9E82-C3583E77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Resize/crop</a:t>
            </a:r>
          </a:p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RGB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7E920-E645-409A-8D19-FEAF3F1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832D0-27C8-4D0C-9A9F-9569B4E4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71650"/>
            <a:ext cx="1733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395C5-B84B-4562-9707-94CFC8AA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050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9892C8-D906-431A-87A3-01E11878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MobileNetV2</a:t>
            </a:r>
          </a:p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object 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867FD-9204-4FDE-AB1B-4EB61B32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78F30-F9F6-4EDC-9842-1AE0D0F1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71650"/>
            <a:ext cx="1733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28970-A1FA-4D1F-AD66-FB4DF7A3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050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E32C91-FE68-4F51-8CD0-C493CD4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C++ library</a:t>
            </a:r>
          </a:p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browser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62E05-A65A-49A1-8B0E-E596B9BC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9563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6E64F7-293E-4264-9481-2377522B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Điểm mạnh của Edge Impulse trong đề tài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A650B-15DE-4AAF-96EA-9E6AD812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290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Toàn bộ pipeline chạy thống nhất từ thu thập dữ liệu, gán nhãn, training, model testing đến deployment, phù hợp để minh chứng trong học phần Mạng Cảm Biến.</a:t>
            </a:r>
          </a:p>
        </p:txBody>
      </p:sp>
    </p:spTree>
    <p:extLst>
      <p:ext uri="{BB962C8B-B14F-4D97-AF65-F5344CB8AC3E}">
        <p14:creationId xmlns:p14="http://schemas.microsoft.com/office/powerpoint/2010/main" val="14455060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A2E10-EA54-4FB6-8771-02AC11A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8A988-36AA-4A1A-ACAB-4240ABC4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F3C348-B213-4899-AEA5-DC282902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C33171-4728-4EF4-9886-53291FB5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FEATURE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9DD2C-A0C8-4F10-9EAF-388C85CA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Feature explorer xác nhận đủ 3 class trước khi huấn luyện.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C6048-2E94-48FC-9A38-1D05D3E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889A7-213C-4106-BFD9-A7EF532D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80E6E-6514-4EBF-95E8-9E85DB42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71628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d1c0ae44a4a9a"/>
          <a:stretch xmlns:a="http://schemas.openxmlformats.org/drawingml/2006/main"/>
        </p:blipFill>
        <p:spPr>
          <a:xfrm xmlns:a="http://schemas.openxmlformats.org/drawingml/2006/main">
            <a:off x="704850" y="1546240"/>
            <a:ext cx="7067550" cy="311782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837A9-BE3F-4028-92E4-BD6CDA76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7067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Feature generation: 90 training samples và 3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DD327-78CD-4BC9-83CC-258C966E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1908B-FD5B-4337-9A06-39696ECE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7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63D16-7923-4859-9DA6-A52615C5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Processing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8BC92-1674-4AAB-95AE-E13FB92C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khối xử lý ảnh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DFC7E-75C2-4EDC-851C-40B4938E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4C00C-7800-45A7-B52B-52EDFC51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 KB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91F00-8FEA-4F14-BEAC-32247DB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Peak 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EE7CA-1D58-4A44-BD5E-ED4E48B3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image block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ECEA2-D85B-4A0E-BBB1-DC5301CD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433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61942-FB57-4D72-912D-EE9B24D7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957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6E31A-B448-46F8-B780-2F4BA7A5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386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Training cycles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B7466-43C8-426F-A4B7-0FD73FD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FOMO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B166D-8423-45E4-9909-2575F57F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Cấu hình báo cáo: FOMO MobileNetV2 0.35, learning rate 0.001, training processor CPU, bật data augmentation.</a:t>
            </a:r>
          </a:p>
        </p:txBody>
      </p:sp>
    </p:spTree>
    <p:extLst>
      <p:ext uri="{BB962C8B-B14F-4D97-AF65-F5344CB8AC3E}">
        <p14:creationId xmlns:p14="http://schemas.microsoft.com/office/powerpoint/2010/main" val="19345357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4107C-E5A7-4D09-BD3C-6A6B34CA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4694A-1395-4789-B698-F3AE535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24C3A19-CD87-4676-8A41-2FF48F6F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FD49F9-E8BC-4495-8A65-50DF41AD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KẾT QUẢ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DBF51-5A9D-42E5-9623-19D4BE4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Validation F1 đạt 86.5% trên FOMO MobileNetV2.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9B3F2-CAEF-49EC-A351-B180B889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6ABE0-64A4-4AA4-8678-F231103F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0968E-32C3-4D68-9F93-970DE257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95425"/>
            <a:ext cx="7334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c41f96fbf421f"/>
          <a:stretch xmlns:a="http://schemas.openxmlformats.org/drawingml/2006/main"/>
        </p:blipFill>
        <p:spPr>
          <a:xfrm xmlns:a="http://schemas.openxmlformats.org/drawingml/2006/main">
            <a:off x="699520" y="1543050"/>
            <a:ext cx="7211561" cy="3181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975E1-32F7-4C96-ABD6-2FD3EAB6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Object detection training result trên Edge Impulse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75872-7635-4047-AF61-75DEF7CC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91CEC-BA53-4D01-AD75-D900FC77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86.5%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78BD4-8BA8-4043-86D4-2B4BC80F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73F75-BC7C-4E9C-A212-5B2BAE1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FOMO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07543-21C3-4BCD-8038-2ED1DC99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45A39-A5E3-407D-86E1-B2501F0A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0.84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8991D-9777-4B28-ABFE-8C89EA5B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0EAEF-DD57-4004-88CC-2BD72772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8CC91-F113-47AB-A0DB-F0A5545B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BF6A4-F519-4877-B39D-0F4D6A5F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0.89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CB3F1-3909-43D7-8D07-BD38C108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46A91-419A-46DA-B014-16A7AFB8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3390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9A575-A635-4C7C-B6C9-2DF4D95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979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Kết quả đủ để chứng minh pipeline hoạt động; chưa thay thế đánh giá ngoài hiện trường với nhiều chai thật và ánh sáng phức tạp.</a:t>
            </a:r>
          </a:p>
        </p:txBody>
      </p:sp>
    </p:spTree>
    <p:extLst>
      <p:ext uri="{BB962C8B-B14F-4D97-AF65-F5344CB8AC3E}">
        <p14:creationId xmlns:p14="http://schemas.microsoft.com/office/powerpoint/2010/main" val="1198377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BB50D7-833F-4FDB-8300-2761F1E6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1A5F2-96EE-4D61-9156-AC76C11B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D21817-50E6-4129-9F1D-98D719DA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3E080F-A1BF-43F9-9991-F2452E98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MODEL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336BA-50F7-41A7-B342-A049DD9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Tập test 30 mẫu cho accuracy 86.67% và F1 non-background 0.92.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B5334-9CD0-4B6C-94D2-D338DDB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E9DEB-40A2-46DC-B78D-C538C1F2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B6362-C3D4-41B9-8232-2C7B309D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E496A-54D7-4675-B6F7-A920CBE4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86.67%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A011F-22BD-4D0C-B210-1B606A2C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7D221-BD97-40C4-9F02-57BFB10F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Classify 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396F5-7404-486A-B5A5-974527F0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049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E7105-8562-4D6C-94CC-68CA641F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573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AF8D9-3C53-4488-A1C2-CF21603B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002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7BB26-FAEC-40F2-A4D4-35ACB8F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non-background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107A9-F23D-4C80-9A4E-60EBE089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049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C974A-41AE-45C5-8F74-F793328C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573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0.93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204C6-4DFA-47B0-A038-CB1055ED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948B7-9DE0-4F7D-B3DF-44E1D6E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098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non-background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89C6-01FA-4047-B5DC-E6D65917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049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EA481-4E11-4245-A0DE-2C3F3752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573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0.92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0AA51-12F8-42F4-A86D-7EAB1C6F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FF6DD-DD91-4EA8-83C9-E726F8FD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non-background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152FE-4333-48E8-84CE-C2F108AF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57525"/>
            <a:ext cx="9963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5b164b521403c"/>
          <a:stretch xmlns:a="http://schemas.openxmlformats.org/drawingml/2006/main"/>
        </p:blipFill>
        <p:spPr>
          <a:xfrm xmlns:a="http://schemas.openxmlformats.org/drawingml/2006/main">
            <a:off x="3517728" y="3105150"/>
            <a:ext cx="4966045" cy="21907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45D64D-A22B-4E68-971E-8C126DF6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986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Model testing trên 30 mẫu test</a:t>
            </a:r>
          </a:p>
        </p:txBody>
      </p:sp>
    </p:spTree>
    <p:extLst>
      <p:ext uri="{BB962C8B-B14F-4D97-AF65-F5344CB8AC3E}">
        <p14:creationId xmlns:p14="http://schemas.microsoft.com/office/powerpoint/2010/main" val="19588101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66B5BE-B356-4121-8775-161C8CBC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C561-BF9A-4A1D-B746-297D4783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ACF4F5E-3122-48EC-A536-DD750EEC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DAE35C-49DD-4823-A34A-647992E6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0A9BF-841D-46F6-B315-E37AACB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Project đã build v12 C++ library và có nút Launch in browser.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B50FB-4B77-4DF5-90ED-B41E0A8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0B364-3328-4B24-94E5-EFF9963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EE1CC-951A-4D52-86EF-1E96DC82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68580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b9713d6a04c55"/>
          <a:stretch xmlns:a="http://schemas.openxmlformats.org/drawingml/2006/main"/>
        </p:blipFill>
        <p:spPr>
          <a:xfrm xmlns:a="http://schemas.openxmlformats.org/drawingml/2006/main">
            <a:off x="666750" y="1527746"/>
            <a:ext cx="6762750" cy="29833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3737B-B806-4F8C-9A63-C7C7F62D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676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Deployment build success: v12 C++ library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62AED-6F01-434F-B7BA-C029A49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00200"/>
            <a:ext cx="188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49031-FB75-46EE-918B-AC767A11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v12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B7D4E-18D9-40C3-8F9A-EEE1814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62128-125D-4C28-933A-487A6005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C++ library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4E110-DFC0-4320-B297-702A9A4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88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3B642-2792-44E1-8596-626A3170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05/06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70234-0613-451D-83F6-C1C6B5E5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Thời điểm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FB5C8-F3E3-4A2D-831B-4D5968BB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21:40:07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22760-7CE4-4D5C-BBF0-898324C0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4C4AB-7CF2-4324-BA86-D28D9693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7241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C++ library dùng cho hướng tích hợp thiết bị biên.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4F25E-F5FE-4A2A-8AAD-C0435846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63863-5482-47C3-AC0E-C0ACB5B1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7241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Launch in browser dùng để demo WebAssembly/realtime nhanh.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2C1C4-75EB-4A45-971C-1E768B17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7A828-5908-454A-AFBC-4BC33579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38700"/>
            <a:ext cx="27241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Không cần gửi ảnh lên server khi browser client đã tải model.</a:t>
            </a:r>
          </a:p>
        </p:txBody>
      </p:sp>
    </p:spTree>
    <p:extLst>
      <p:ext uri="{BB962C8B-B14F-4D97-AF65-F5344CB8AC3E}">
        <p14:creationId xmlns:p14="http://schemas.microsoft.com/office/powerpoint/2010/main" val="4486806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51965B-C87B-4B16-8625-405FE8C5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D153-C5CE-45FC-8384-3D9C47F3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DD4F60-86B4-41F8-823F-1817D1E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6E6001-D4C5-4D92-B95B-CF80A0A1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REALTIME 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1560C-AC7F-4059-922C-C0BAA43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WebAssembly client đã nhận diện chai 500ml thật với score 0.98.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ABD83-0D43-4B23-AAF4-699F31CA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CF3AD-5B2F-4062-9547-C9219453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62ADB-902F-41E2-ACF9-55988E2C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00175"/>
            <a:ext cx="7524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58d26a55a4f19"/>
          <a:stretch xmlns:a="http://schemas.openxmlformats.org/drawingml/2006/main"/>
        </p:blipFill>
        <p:spPr>
          <a:xfrm xmlns:a="http://schemas.openxmlformats.org/drawingml/2006/main">
            <a:off x="685800" y="1453986"/>
            <a:ext cx="7429500" cy="33213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01CC7-7102-411E-B3E7-DE172A0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Browser realtime inferencing ngày 07/06/2026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4E390-65B4-450F-AEB5-62E2BD4C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A8981-FABB-4990-ACC5-DF3D3FED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5260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500ml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4DA0C-6E63-4A2F-8CD6-F47A25BD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Nhãn hiển thị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4C78B-0248-44B1-A879-A39209C9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chai thật trong webcam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6119F-AFD7-4DFF-9C45-EA489AE8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70B75-32AB-403B-9272-B55794D8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9560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AF5CE-510E-41CF-A716-2312B631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02C6D-BFB0-4305-A3C6-1C991FC0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480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realtime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92D8E-B4A0-4570-9674-06B10DB9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3860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027BB-0CA2-40D2-B4F5-99A57B4C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48150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Ghi chú nghiệm thu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89793-4521-47ED-8DF8-A209D94F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148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Đã chứng minh luồng deployment/browser hoạt động; cần bổ sung test ngoài hiện trường cho 1L và 1.5L.</a:t>
            </a:r>
          </a:p>
        </p:txBody>
      </p:sp>
    </p:spTree>
    <p:extLst>
      <p:ext uri="{BB962C8B-B14F-4D97-AF65-F5344CB8AC3E}">
        <p14:creationId xmlns:p14="http://schemas.microsoft.com/office/powerpoint/2010/main" val="49588015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991A53-EAC6-4FFA-BCBA-80EAAE7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3ED2C-CDDA-41A0-A533-0717C416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B2437BC-A8FC-4E16-A0E4-481348C6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5CD717-C9D5-4D30-8687-CEAD8528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96755-9BDD-42C2-BD46-26F310FD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Pipeline FOMO đã hoàn tất, còn dữ liệu thực tế là hướng phát triển chính.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22FB1-1B5B-4F41-BF58-CE15F55A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Mạng Cảm Biến | N23DCCI034 | Phạm Ngọc Quang Huy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EF39E-3FDE-407C-8B9E-44AA3E45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65F6A-FAD1-48C0-8D3A-2F8C380A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32194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4A7E3-EAEA-459E-BC69-3B50FA5A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Đã đạt được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C2CF7-48FC-485D-A581-F60EA926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CC957-A28B-4BFD-B7B4-77654DA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 Edge Impulse có đủ 3 nhãn.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DBBA7-7871-49F3-9BE9-E185A3BA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B0B07-4B04-4C7D-BDC1-C25E7DF4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Upload, feature generation, training, model testing đều có minh chứng.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3C8AE-CD69-4768-A9C9-52ABF1DC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5AB7A-1DCD-4893-992A-697A9A6D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Realtime browser nhận diện 500ml với score 0.98.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ABF7A-E81C-4D4C-B723-63C8918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85900"/>
            <a:ext cx="32194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5C844-A8AC-40A2-83CE-08A35A21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Hạn chế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9AEC1-EDE3-4F86-A49C-FB6CEE1F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CCE63-758F-45A3-875E-1850C0EF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Dataset hiện là prototype 120 mẫu.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E1730-CBBD-4CF3-8C19-566AC522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0A98C-6071-4446-8450-421DB9AA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575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Realtime mới minh chứng chắc chắn với mẫu 500ml.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3546A-8B04-4CD2-8727-2C7A7E87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E58F9-A6F0-472B-B820-D53133FD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909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FOMO không đo bbox runtime, chỉ trả centroid.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F111C-1C1D-4974-A0D1-8B0A4975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85900"/>
            <a:ext cx="32194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F78E4-2126-45A0-BA36-B1F2AC86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Hướng phát triển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A6C29-E023-4915-A27A-CE46791E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6D2F5-B5DF-4183-AE84-62D24D6E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Bổ sung ảnh thật ở nhiều nền và ánh sáng.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4E471-86D3-4E4E-ACB5-F1FAE864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52CE24-BF04-4A59-97D8-FF34A7D9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 đủ 500ml, 1L, 1.5L trên webcam/edge node.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B5C28-A918-45CD-BDD6-E2B74799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06BFB-31E8-471A-B0EB-2CD85515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238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Tích hợp MQTT/HTTP dashboard và log lỗi.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91087-E22E-426B-9F42-36FF507C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Tài liệu tham khảo chính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FB9166-89C9-4C26-A61A-62D4585C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990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[1] Edge Impulse Documentation, FOMO object detection tutorial.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144373-E9A8-4EE8-9546-CC74D7BC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990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[2] Edge Impulse Documentation, WebAssembly/browser inference.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391907-59AF-483F-9B68-61588FA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990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[3] Báo cáo Word: PhamNgocQuangHuy_final_cuoiky.docx.</a:t>
            </a:r>
          </a:p>
        </p:txBody>
      </p:sp>
    </p:spTree>
    <p:extLst>
      <p:ext uri="{BB962C8B-B14F-4D97-AF65-F5344CB8AC3E}">
        <p14:creationId xmlns:p14="http://schemas.microsoft.com/office/powerpoint/2010/main" val="1925464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2026-06-07T15:16:34.9500000Z</dcterms:created>
  <dcterms:modified xsi:type="dcterms:W3CDTF">2026-06-07T15:16:34.9500000Z</dcterms:modified>
</coreProperties>
</file>